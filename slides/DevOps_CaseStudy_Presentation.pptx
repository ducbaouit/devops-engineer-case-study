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Standardizing Jenkins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DevOps Engineer Case Study | Company A omni-channel e-commerce</a:t>
            </a:r>
          </a:p>
          <a:p>
            <a:pPr>
              <a:spcAft>
                <a:spcPts val="1400"/>
              </a:spcAft>
              <a:defRPr sz="2100"/>
            </a:pPr>
            <a:r>
              <a:t>• Goal: consistent pipelines, faster feedback, safer releases</a:t>
            </a:r>
          </a:p>
          <a:p>
            <a:pPr>
              <a:spcAft>
                <a:spcPts val="1400"/>
              </a:spcAft>
              <a:defRPr sz="2100"/>
            </a:pPr>
            <a:r>
              <a:t>• Scope: Jenkins platform, container pipeline, Kubernetes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Pain points &amp; target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Pipelines are inconsistent; shared templates and governance are missing</a:t>
            </a:r>
          </a:p>
          <a:p>
            <a:pPr>
              <a:spcAft>
                <a:spcPts val="1400"/>
              </a:spcAft>
              <a:defRPr sz="2100"/>
            </a:pPr>
            <a:r>
              <a:t>• Builds are slow, deployments fail, PR/review/approval flow is unclear</a:t>
            </a:r>
          </a:p>
          <a:p>
            <a:pPr>
              <a:spcAft>
                <a:spcPts val="1400"/>
              </a:spcAft>
              <a:defRPr sz="2100"/>
            </a:pPr>
            <a:r>
              <a:t>• Target: reusable templates, quality gates, traceable releases</a:t>
            </a:r>
          </a:p>
          <a:p>
            <a:pPr>
              <a:spcAft>
                <a:spcPts val="1400"/>
              </a:spcAft>
              <a:defRPr sz="2100"/>
            </a:pPr>
            <a:r>
              <a:t>• Measure baseline before setting improvement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GitHub + protected main branch + PR checks</a:t>
            </a:r>
          </a:p>
          <a:p>
            <a:pPr>
              <a:spcAft>
                <a:spcPts val="1400"/>
              </a:spcAft>
              <a:defRPr sz="2100"/>
            </a:pPr>
            <a:r>
              <a:t>• Jenkins Controller orchestrates; Linux agents run isolated workloads</a:t>
            </a:r>
          </a:p>
          <a:p>
            <a:pPr>
              <a:spcAft>
                <a:spcPts val="1400"/>
              </a:spcAft>
              <a:defRPr sz="2100"/>
            </a:pPr>
            <a:r>
              <a:t>• Docker Hub stores immutable commit-tagged images</a:t>
            </a:r>
          </a:p>
          <a:p>
            <a:pPr>
              <a:spcAft>
                <a:spcPts val="1400"/>
              </a:spcAft>
              <a:defRPr sz="2100"/>
            </a:pPr>
            <a:r>
              <a:t>• Kubernetes runs staging verification and controlled production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Standard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Checkout → unit tests → quality/security checks</a:t>
            </a:r>
          </a:p>
          <a:p>
            <a:pPr>
              <a:spcAft>
                <a:spcPts val="1400"/>
              </a:spcAft>
              <a:defRPr sz="2100"/>
            </a:pPr>
            <a:r>
              <a:t>• Docker build → tag by commit SHA → push registry</a:t>
            </a:r>
          </a:p>
          <a:p>
            <a:pPr>
              <a:spcAft>
                <a:spcPts val="1400"/>
              </a:spcAft>
              <a:defRPr sz="2100"/>
            </a:pPr>
            <a:r>
              <a:t>• Deploy staging → smoke test → approval → production</a:t>
            </a:r>
          </a:p>
          <a:p>
            <a:pPr>
              <a:spcAft>
                <a:spcPts val="1400"/>
              </a:spcAft>
              <a:defRPr sz="2100"/>
            </a:pPr>
            <a:r>
              <a:t>• Shared library for common stages; service config for differences</a:t>
            </a:r>
          </a:p>
          <a:p>
            <a:pPr>
              <a:spcAft>
                <a:spcPts val="1400"/>
              </a:spcAft>
              <a:defRPr sz="2100"/>
            </a:pPr>
            <a:r>
              <a:t>• Secrets from Jenkins Credentials, never source code or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Kubernetes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Deployment + Service; health probes and resource limits</a:t>
            </a:r>
          </a:p>
          <a:p>
            <a:pPr>
              <a:spcAft>
                <a:spcPts val="1400"/>
              </a:spcAft>
              <a:defRPr sz="2100"/>
            </a:pPr>
            <a:r>
              <a:t>• RollingUpdate: maxUnavailable=0, maxSurge=1</a:t>
            </a:r>
          </a:p>
          <a:p>
            <a:pPr>
              <a:spcAft>
                <a:spcPts val="1400"/>
              </a:spcAft>
              <a:defRPr sz="2100"/>
            </a:pPr>
            <a:r>
              <a:t>• Wait for rollout status and run smoke tests</a:t>
            </a:r>
          </a:p>
          <a:p>
            <a:pPr>
              <a:spcAft>
                <a:spcPts val="1400"/>
              </a:spcAft>
              <a:defRPr sz="2100"/>
            </a:pPr>
            <a:r>
              <a:t>• Rollback: kubectl rollout undo; verify health and revision</a:t>
            </a:r>
          </a:p>
          <a:p>
            <a:pPr>
              <a:spcAft>
                <a:spcPts val="1400"/>
              </a:spcAft>
              <a:defRPr sz="2100"/>
            </a:pPr>
            <a:r>
              <a:t>• Helm is a future option for complex multi-environment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Reliability &amp;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Scale agents based on queue and executor utilization</a:t>
            </a:r>
          </a:p>
          <a:p>
            <a:pPr>
              <a:spcAft>
                <a:spcPts val="1400"/>
              </a:spcAft>
              <a:defRPr sz="2100"/>
            </a:pPr>
            <a:r>
              <a:t>• Parallelize independent tests/scans when capacity permits</a:t>
            </a:r>
          </a:p>
          <a:p>
            <a:pPr>
              <a:spcAft>
                <a:spcPts val="1400"/>
              </a:spcAft>
              <a:defRPr sz="2100"/>
            </a:pPr>
            <a:r>
              <a:t>• Cache dependencies and optimize Docker layer order</a:t>
            </a:r>
          </a:p>
          <a:p>
            <a:pPr>
              <a:spcAft>
                <a:spcPts val="1400"/>
              </a:spcAft>
              <a:defRPr sz="2100"/>
            </a:pPr>
            <a:r>
              <a:t>• Build once; promote same immutable image across environments</a:t>
            </a:r>
          </a:p>
          <a:p>
            <a:pPr>
              <a:spcAft>
                <a:spcPts val="1400"/>
              </a:spcAft>
              <a:defRPr sz="2100"/>
            </a:pPr>
            <a:r>
              <a:t>• Keep logs, set timeouts and prevent conflicting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Monitoring &amp; leadership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Jenkins: queue depth, agent availability, stage duration, failure rate</a:t>
            </a:r>
          </a:p>
          <a:p>
            <a:pPr>
              <a:spcAft>
                <a:spcPts val="1400"/>
              </a:spcAft>
              <a:defRPr sz="2100"/>
            </a:pPr>
            <a:r>
              <a:t>• App: request rate, latency, errors; Kubernetes restarts and resources</a:t>
            </a:r>
          </a:p>
          <a:p>
            <a:pPr>
              <a:spcAft>
                <a:spcPts val="1400"/>
              </a:spcAft>
              <a:defRPr sz="2100"/>
            </a:pPr>
            <a:r>
              <a:t>• Alert on repeated failures, rollout timeout and sustained latency</a:t>
            </a:r>
          </a:p>
          <a:p>
            <a:pPr>
              <a:spcAft>
                <a:spcPts val="1400"/>
              </a:spcAft>
              <a:defRPr sz="2100"/>
            </a:pPr>
            <a:r>
              <a:t>• Deployment frequency</a:t>
            </a:r>
          </a:p>
          <a:p>
            <a:pPr>
              <a:spcAft>
                <a:spcPts val="1400"/>
              </a:spcAft>
              <a:defRPr sz="2100"/>
            </a:pPr>
            <a:r>
              <a:t>• Build success rate and MTTR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Rollout plan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• Pilot one low-risk service and a shared Jenkinsfile</a:t>
            </a:r>
          </a:p>
          <a:p>
            <a:pPr>
              <a:spcAft>
                <a:spcPts val="1400"/>
              </a:spcAft>
              <a:defRPr sz="2100"/>
            </a:pPr>
            <a:r>
              <a:t>• Add PR checks, credentials standards and image versioning</a:t>
            </a:r>
          </a:p>
          <a:p>
            <a:pPr>
              <a:spcAft>
                <a:spcPts val="1400"/>
              </a:spcAft>
              <a:defRPr sz="2100"/>
            </a:pPr>
            <a:r>
              <a:t>• Expand services, dashboards and alerting iteratively</a:t>
            </a:r>
          </a:p>
          <a:p>
            <a:pPr>
              <a:spcAft>
                <a:spcPts val="1400"/>
              </a:spcAft>
              <a:defRPr sz="2100"/>
            </a:pPr>
            <a:r>
              <a:t>• Demo: tests → image push → Kubernetes rollout → rollback</a:t>
            </a:r>
          </a:p>
          <a:p>
            <a:pPr>
              <a:spcAft>
                <a:spcPts val="1400"/>
              </a:spcAft>
              <a:defRPr sz="2100"/>
            </a:pPr>
            <a:r>
              <a:t>• Report measured results only after collecting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Engineer Case Study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